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the audience a map of the talk. ~20 min total. Save questions for the end or ask as we 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sheer scale. LSST alone will produce 10M alerts/night. Humans can't keep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Supernovae are among the most energetic events in the universe — scientifically invaluable but rare and fleeting.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core ML motivation. Classical algorithms can't distinguish real from bogus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AstrID handles the entire problem. Building it from scratch gives deep understanding of each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stage. Modular design lets us test and debug each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start with known supernovae for ground truth. MAST is NASA's main archive for space telescope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FITS files are complex. Discovering compressed files nearly tripled our dataset — a major breakthrough.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study was crucial — more than half the data was unusable. This led to our most important discovery.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Single most important discovery. Obvious in hindsight but fundamentally reshaped the pipeline. You can't compare apples and oranges.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Once we understood this, we built it into the pipeline. Huge efficiency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Conceptually simple — subtract two images. But without careful preprocessing, artifacts dominate.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 stages, each addressing a specific challenge. Skip any one and the result is garbage.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Arguably the most critical step. Sub-pixel accuracy is essential — even tiny offsets create bright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PSF is the telescope's fingerprint. Different observations have different seeing. Match them so stars cancel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raw pixel thresholds, every pixel tells us how many σ above noise. 5σ = 1-in-3.5 million chance of random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best example. 2120 times above noise. But even here, 72 other false detections.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Consistent results across multiple targets. Wide range in detection counts shows how variable the false positive problem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Solid foundation. 222 pairs gives enough to start training. High success rate proves pipeline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bridges to ML. Classical detection does physics perfectly but can't tell SN from cosmic ray. That's the CNN's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bridges classical detection and ML. Small stamps around each detection. 57 samples prove it works; need thousands for real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Reproducibility is central. Every dataset can be recreated. Modular design lets us test stages independently.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Modular configs enable real scientific experiments. Train on one telescope, test on another — proves the model learned physics, not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Following ZTF/Braai methodology. Phases 1-4 done, 5-8 are second half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lessons are as important as results. Biggest gains came from understanding data better, not fancier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Immediate priority: scaling up. We have the pipeline — now run it at scale. 200+ difference images for meaningful ML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 triplets, then train a CNN. Architecture is well-established. Challenge is quality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 is where science meets engineering. Right metrics, right splits, right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 roadmap. Hardest part (understanding data, building pipeline) is done. Remaining work is primarily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half established a solid foundation. Second half: scaling up and applying ML to the false positive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4FC3F7"/>
                </a:solidFill>
                <a:latin typeface="Calibri"/>
              </a:defRPr>
            </a:pPr>
            <a:r>
              <a:t>AstrID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Supernova Detection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Machine Learning for Astronomical Transient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926080"/>
            <a:ext cx="27432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Chris Lawrence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CSCI 491 — Senior Research Project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Midterm Presentation — February 2026</a:t>
            </a:r>
          </a:p>
          <a:p>
            <a:pPr algn="ctr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</a:p>
          <a:p>
            <a:pPr algn="ctr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Advisors: Prof. Luis Meneses  •  Prof. Gregory Arkos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What We'll Cover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The problem: scale of modern astronomical surveys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AstrID's pipeline architecture (5 stages)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Key discovery: same-mission requirement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Image differencing technique and results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Current dataset and proof-of-concept triplets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Lessons learned and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Why does astronomy need automation?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Why Automation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Modern surveys (e.g., Rubin/LSST) will generate ~10 million alerts per night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Far too much data for human inspection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Transient events (supernovae, novae) appear briefly and fade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Missing a supernova = losing a unique scientific opportunity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Automation is not a convenience — it is a necessity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Supernovae: Exploding Stars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Catastrophic explosions at the end of a star's life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Briefly outshine their entire host galaxy (billions of stars)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Critical for cosmology: Type Ia SNe are 'standard candles' for measuring cosmic distances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Extremely rare: ~1 per century per galaxy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Detection requires comparing images taken at different times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The False Positive Challenge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Classical detection flags 73–629 candidates per image at 5σ threshold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Only ~1 is a real supernova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The rest: cosmic rays, subtraction artifacts, variable stars, galaxy nuclei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 model predicting 'always bogus' gets 99.99% accuracy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… but is scientifically useless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Need ML to separate real transients from artifacts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AstrID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Architecture and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AstrID: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End-to-end pipeline for automated supernova detection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Combines classical astronomy techniques with machine learning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Full workflow: data acquisition → preprocessing → comparison → detection → classification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Built from scratch — not using existing survey pipelines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Emphasis on hands-on experimentation and system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AstrID Pipeline: 5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1 — Query: Retrieve observation metadata from MAST archive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2 — Filter: Ensure same-mission compatibility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3 — Download: Acquire FITS files (60–80% size reduction via smart filtering)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4 — Organize: Create training-ready directory structures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Stage 5 — Differencing: Full astronomical image differencing pipeline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Output → difference images + significance maps + detection masks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Data Acquisition: The Supernova Catalog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Compiled catalog of 6,542 known supernovae with coordinates + discovery dates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Query MAST (Mikulski Archive for Space Telescopes)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Download reference images (before SN) and science images (after discovery)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Missions: SWIFT, GALEX, PS1 (Pan-STARRS)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Temporal windowing ensures correct before/after separation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Working with FITS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FITS (Flexible Image Transport System) — standard astronomical image format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Contains pixel data + rich metadata (WCS coordinates, exposure, filters)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Complex: extensions, HDUs, 3D arrays, compressed variants (.fits.gz)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WCS maps pixels to sky coordinates (RA/Dec)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Discovering compressed FITS support → 296% increase in training pairs (56 → 222)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Critical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 same-mission requirement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Pilot Study: 19 Supernovae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Started with 19 known supernovae from the catalog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Downloaded reference + science images from MAST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Attempted image differencing on all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Only 8 of 19 (42%) had usable same-mission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11 had cross-mission data (e.g., PS1 reference + SWIFT science)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Cross-mission differencing produced massive, unusable artifacts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Why Cross-Mission Differencing Fails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Different telescopes have fundamentally different characteristics: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Point Spread Functions (PSFs)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Filter bandpasses and sensitivities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Pixel scales and field of view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Noise properties and detector artifacts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Subtracting cross-mission images → massive artifacts swamp real signals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Requirement: same mission AND same filter for every pair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Impact of the Same-Mission Constraint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Initial approach: download everything, filter later → 75% wasted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New approach: filter at query stage before downloading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Download size reduced 60–80%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Success rate: 25% → 75–100% for complete training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Lesson: understanding data constraints early saves enormous effort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Image Differencing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The core detection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What Is Image Differencing?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Classical astronomical technique: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Subtract a reference image from a science image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Anything that changed between epochs appears as residual signal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Simple pixel subtraction is inadequate — massive artifacts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Must carefully: align, match PSFs, normalize flux, subtract backgrounds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Done correctly → only real changes remain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Differencing Pipeline: 9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1. FITS File Loading (robust HDU handling)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2. WCS Alignment (sub-pixel reprojection)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3. Background Estimation &amp; Subtraction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4. PSF Estimation (FWHM from bright stars)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5. PSF Matching (Gaussian convolution)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6. Flux Normalization (robust median matching)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7. Difference Image Computation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8. Significance Map Generation (SNR per pixel)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9. Source Detection (DAOStarFinder, 5σ threshold)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WCS Alignment: Sub-Pixel Precision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Images taken at different times have different pointings and rotations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Even 1-pixel misalignment → massive dipole residuals around every source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Solution: reproject science image onto reference WCS grid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Uses reproject.reproject_interp() for sub-pixel accuracy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Result: 93.6%–100% overlap on processed pairs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PSF Matching &amp; Background Subtraction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Background subtraction: remove varying sky levels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Uses photutils.Background2D with median estimator (50–64 px boxes)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PSF estimation: measure FWHM from bright stars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Typically 3.5–4.0 px for SWIFT UVOT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PSF matching: convolve sharper image with Gaussian kernel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Without matching: bright stars leave large residuals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With matching: residuals dramatically reduced → transients revealed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Significance Maps &amp; Source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Significance map: each pixel = signal-to-noise ratio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Value = difference / combined_noise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Enables consistent thresholding across images with different noise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'Whitened noise' — uniform statistical properties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DAOStarFinder on significance map at 5σ threshold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Shape filters (sharpness bounds) reject cosmic rays + extended sources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Output: candidate transient positions with significance values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What has the pipeline found?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Detection: SN 2014J (2120σ)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SN 2014J: brightest supernova in decades (galaxy M82)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Detected at 2120σ significance — unmistakable signal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SWIFT UVOT U-band filter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Found at pixel (447.9, 555.4) — matches known position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73 total candidates in image; 1 is the real supernova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Demonstrates: pipeline works correctly when inputs are good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Batch Processing: 5 Supernovae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5 SNe fully processed: 2014J, 2014ai, 2014bh, 2014bi, 2014cs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All SWIFT UVOT U-band (uuu filter)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Max significance range: 412σ to 2120σ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Detection counts: 73–629 candidates per image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Image overlap: 66%–100% after WCS alignment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Consistent pipeline behavior across multiple targets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Production Dataset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222 complete supernova pairs (reference + science)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2,282 FITS files total (1,170 reference, 1,112 science)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Mission breakdown: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GALEX: 105 pairs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SWIFT: 17+ pairs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PS1: additional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99.1% download success rate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15 YAML configs for reproducible generation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The False Positive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5σ threshold: 73–629 candidates, only ~1 real per image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False positive sources: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Cosmic rays (sharp single-pixel spikes)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Subtraction artifacts (imperfect alignment)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Variable stars (real variability, not SNe)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• Host galaxy nuclei (AGN activity)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Accuracy is the WRONG metric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Correct: precision, recall, F1, AUCPR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ML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From detection to classification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Image Triplets for CNN Input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Triplet = 63×63 pixel cutout of (science, reference, difference)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3-channel input — analogous to RGB for a standard CNN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Labels: Real (1) = known SN position; Bogus (0) = artifacts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Proof of concept: 57 samples (30 real, 27 bogus)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Augmentation: rotation, flipping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Pipeline built and tested — needs to run at scale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Configuration-Driven Reproducibility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All pipeline runs driven by YAML configuration files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15 configs for different missions, filters, temporal windows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Two execution modes: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run_pipeline_from_config.py — full 5-stage batch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run_pipeline_per_sn.py — one SN at a time, checkpoint/resume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Any result can be exactly reproduced with the same config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Scientific reproducibility built into the architecture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Mission-Specific Training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Config system enables sophisticated experiments: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1. Train separate models per mission (SWIFT, GALEX, PS1)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2. Train combined model for generalization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3. Cross-mission validation: train SWIFT+PS1, test GALEX</a:t>
            </a:r>
          </a:p>
          <a:p>
            <a:pPr lvl="1">
              <a:spcBef>
                <a:spcPts val="200"/>
              </a:spcBef>
              <a:spcAft>
                <a:spcPts val="4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4. Filter-specific models for specialized wavelengths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Goal: learn transient physics, not instrument artifacts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Domain shift is a fundamental challenge in astronomical ML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Alignment with Published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54F"/>
                </a:solidFill>
                <a:latin typeface="Calibri"/>
              </a:defRPr>
            </a:pPr>
            <a:r>
              <a:t>Implemented (Phases 1–4)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54F"/>
                </a:solidFill>
                <a:latin typeface="Calibri"/>
              </a:defRPr>
            </a:pPr>
            <a:r>
              <a:t>Remaining (Phases 5–8)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Data acquisition from MAST archive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WCS alignment &amp; calibration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Image differencing with PSF matching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Source detection (DAOStarFinder 5σ)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Triplet generation (proof of concept)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258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CNN classifier (Braai-style)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Training with class imbalance handling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Evaluation (AUCPR, precision-recall)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Deployment &amp; real-time inference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Active learning loop (stretch)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D54F"/>
                </a:solidFill>
                <a:latin typeface="Calibri"/>
              </a:defRPr>
            </a:pPr>
            <a:r>
              <a:t>Lessons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What we learned and where we're going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210312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3840480"/>
            <a:ext cx="36576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Key Lessons from the First Half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Data quality &gt; model complexity — better preprocessing beat fancier models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Discover constraints early — same-mission requirement reshaped everything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Small details matter — compressed FITS → 296% more training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Resource constraints matter — differencing was killed by OOM on large PS1 images; addressed with float32, explicit cleanup, and batch processing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Invest in infrastructure — modular design + configs accelerated all later work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Research is non-linear — progress came from revisiting assumptions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Debugging ML ≠ debugging software — emergent behavior from data-parameter interactions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Key Lessons from the First Half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Data quality &gt; model complexity — better preprocessing beat fancier models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Discover constraints early — same-mission requirement reshaped everything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Small details matter — compressed FITS → 296% more training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Resource constraints matter — differencing was killed by OOM on large PS1 images; addressed with float32, explicit cleanup, and batch processing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Invest in infrastructure — modular design + configs accelerated all later work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Research is non-linear — progress came from revisiting assumptions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Debugging ML ≠ debugging software — emergent behavior from data-parameter interactions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Next: Scale the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Current: 5 fully processed SNe, 57 triplet samples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Target: 200+ difference image sets with quality filtering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Enforce minimum 85% overlap threshold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Run differencing across all 222 pairs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Expand SN coordinate catalog for better labeling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Deliverable: large-scale difference images + processing summaries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Next: CNN Classifier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54F"/>
                </a:solidFill>
                <a:latin typeface="Calibri"/>
              </a:defRPr>
            </a:pPr>
            <a:r>
              <a:t>Phase B: Triplets 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9601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54F"/>
                </a:solidFill>
                <a:latin typeface="Calibri"/>
              </a:defRPr>
            </a:pPr>
            <a:r>
              <a:t>Phase C: Braai-Style CNN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Generate thousands of 63×63 triplets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Balanced: ~50% real / 50% bogus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Augmentation: rotation, flip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Save in NPZ format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Train/val/test splits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32588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Input: 63×63×3 (sci, ref, diff)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Conv2D(32)→(64)→(128)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Dense(256)→Sigmoid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Output: P(real) ∈ [0, 1]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TensorFlow/Keras or PyTorch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Next: Training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Temporal/spatial splits to avoid data leakage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Class imbalance handling: weighted loss or oversampling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Metrics: precision, recall, F1, AUCPR — not accuracy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Threshold tuning: minimize false negatives (missing a SN is catastrophic)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Stretch: cross-mission validation, real-time API, active learning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Remaining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Feb–Mar 2026: Scale differencing to 200+ pairs; generate triplets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Mar–Apr 2026: Implement and train CNN classifier; evaluate with AUCPR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Apr 2026: Cross-mission validation experiments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Apr–May 2026: (Stretch) Inference API + active learning prototype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May 2026: Final report and presentation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Foundation is solid — ML phase is the focus going forward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" y="228600"/>
            <a:ext cx="365760" cy="365760"/>
          </a:xfrm>
          <a:prstGeom prst="ellipse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1B1B2F"/>
                </a:solidFill>
                <a:latin typeface="Calibri"/>
              </a:defRPr>
            </a:pPr>
            <a: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FC3F7"/>
                </a:solidFill>
                <a:latin typeface="Calibri"/>
              </a:defRPr>
            </a:pPr>
            <a:r>
              <a:t>Summary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777240"/>
            <a:ext cx="2286000" cy="38100"/>
          </a:xfrm>
          <a:prstGeom prst="rect">
            <a:avLst/>
          </a:prstGeom>
          <a:solidFill>
            <a:srgbClr val="4FC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005840"/>
            <a:ext cx="7589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Built a production-ready 5-stage pipeline from scratch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Discovered critical constraints through experimentation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Implemented 9-stage differencing pipeline — detections at 412σ–2120σ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Created 222 training pairs (2,282 FITS) across 3 missions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Proved triplet generation at small scale (57 samples)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Pipeline is verified, modular, and ready for ML scaling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FFFFFF"/>
                </a:solidFill>
                <a:latin typeface="Calibri"/>
              </a:defRPr>
            </a:pPr>
            <a:r>
              <a:t>Key insight: data quality and infrastructure &gt; model complexity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4FC3F7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0" y="2834640"/>
            <a:ext cx="2743200" cy="3810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Chris Lawrence  •  CSCI 491  •  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